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Embedded video: H264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video-embedded-h264.pptx</a:t>
            </a:r>
          </a:p>
        </p:txBody>
      </p:sp>
      <p:pic>
        <p:nvPicPr>
          <p:cNvPr id="5" name="clip-h26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42255" y="1645920"/>
            <a:ext cx="585216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video-embedded-h264.pptx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