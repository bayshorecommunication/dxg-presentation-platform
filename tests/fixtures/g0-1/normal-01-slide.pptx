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Single slide —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 of 1.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normal-01-slide.pptx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slide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