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Entrance: Fade (click, with, after previous)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anim-entrance-fade.pptx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1480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Click — fade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411480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With previous — fade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411480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After previous — fade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Entrance: Fly in from bottom (auto on slide load)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anim-entrance-fade.pptx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14800" cy="914400"/>
          </a:xfrm>
          <a:prstGeom prst="roundRect">
            <a:avLst/>
          </a:prstGeom>
          <a:solidFill>
            <a:srgbClr val="80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Auto — fly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4114800" cy="914400"/>
          </a:xfrm>
          <a:prstGeom prst="roundRect">
            <a:avLst/>
          </a:prstGeom>
          <a:solidFill>
            <a:srgbClr val="80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After previous — fly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Fade and fly-in animations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