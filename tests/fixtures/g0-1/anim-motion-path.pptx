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Motion paths (on click)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anim-motion-path.pptx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201168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Line →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57600"/>
            <a:ext cx="2011680" cy="914400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00000"/>
                </a:solidFill>
              </a:rPr>
              <a:t>Curve 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 0 E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 -0.25 0.25 0.25 0.4 0.2 E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paths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