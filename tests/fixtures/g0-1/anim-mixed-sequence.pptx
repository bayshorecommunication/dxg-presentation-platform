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Entrance → emphasis → exit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anim-mixed-sequence.pptx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1480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Fade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411480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Spin (emphasis)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411480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Fade out (exit)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Auto chain on load: appear → spin → fade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anim-mixed-sequence.pptx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14800" cy="91440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Appear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4114800" cy="91440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Spin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4114800" cy="91440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Fade out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1"/>
                            </p:stCondLst>
                            <p:childTnLst>
                              <p:par>
                                <p:cTn id="1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Fly in + motion path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anim-mixed-sequence.pptx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743200" cy="10972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Fly +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2743200" cy="1097280"/>
          </a:xfrm>
          <a:prstGeom prst="roundRect">
            <a:avLst/>
          </a:prstGeom>
          <a:solidFill>
            <a:srgbClr val="FF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With previous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 0 E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Mixed animation sequence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