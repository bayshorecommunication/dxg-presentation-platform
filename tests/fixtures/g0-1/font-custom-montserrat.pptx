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ontserrat"/>
              </a:rPr>
              <a:t>Custom font: Montserrat — 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Montserrat"/>
              </a:rPr>
              <a:t>The quick brown fox jumps over the lazy dog.</a:t>
            </a:r>
          </a:p>
          <a:p>
            <a:pPr algn="l"/>
            <a:r>
              <a:rPr sz="2400" b="0">
                <a:solidFill>
                  <a:srgbClr val="FFFFFF"/>
                </a:solidFill>
                <a:latin typeface="Montserrat"/>
              </a:rPr>
              <a:t>0123456789 — “quotes” — ÆØÅ éèê ß</a:t>
            </a:r>
          </a:p>
          <a:p>
            <a:pPr algn="l"/>
            <a:r>
              <a:rPr sz="2400" b="0">
                <a:solidFill>
                  <a:srgbClr val="FFFFFF"/>
                </a:solidFill>
                <a:latin typeface="Montserrat"/>
              </a:rPr>
              <a:t>Line lengths reveal substitution: metrics differ between fonts.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  <a:latin typeface="Montserrat"/>
              </a:rPr>
              <a:t>1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font-custom-montserrat.pptx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ontserrat"/>
              </a:rPr>
              <a:t>Custom font: Montserrat — 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Montserrat"/>
              </a:rPr>
              <a:t>The quick brown fox jumps over the lazy dog.</a:t>
            </a:r>
          </a:p>
          <a:p>
            <a:pPr algn="l"/>
            <a:r>
              <a:rPr sz="2400" b="0">
                <a:solidFill>
                  <a:srgbClr val="FFFFFF"/>
                </a:solidFill>
                <a:latin typeface="Montserrat"/>
              </a:rPr>
              <a:t>0123456789 — “quotes” — ÆØÅ éèê ß</a:t>
            </a:r>
          </a:p>
          <a:p>
            <a:pPr algn="l"/>
            <a:r>
              <a:rPr sz="2400" b="0">
                <a:solidFill>
                  <a:srgbClr val="FFFFFF"/>
                </a:solidFill>
                <a:latin typeface="Montserrat"/>
              </a:rPr>
              <a:t>Line lengths reveal substitution: metrics differ between fonts.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  <a:latin typeface="Montserrat"/>
              </a:rPr>
              <a:t>2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font-custom-montserrat.pptx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7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ontserrat"/>
              </a:rPr>
              <a:t>Custom font: Montserrat — 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Montserrat"/>
              </a:rPr>
              <a:t>The quick brown fox jumps over the lazy dog.</a:t>
            </a:r>
          </a:p>
          <a:p>
            <a:pPr algn="l"/>
            <a:r>
              <a:rPr sz="2400" b="0">
                <a:solidFill>
                  <a:srgbClr val="FFFFFF"/>
                </a:solidFill>
                <a:latin typeface="Montserrat"/>
              </a:rPr>
              <a:t>0123456789 — “quotes” — ÆØÅ éèê ß</a:t>
            </a:r>
          </a:p>
          <a:p>
            <a:pPr algn="l"/>
            <a:r>
              <a:rPr sz="2400" b="0">
                <a:solidFill>
                  <a:srgbClr val="FFFFFF"/>
                </a:solidFill>
                <a:latin typeface="Montserrat"/>
              </a:rPr>
              <a:t>Line lengths reveal substitution: metrics differ between fonts.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  <a:latin typeface="Montserrat"/>
              </a:rPr>
              <a:t>3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font-custom-montserrat.pptx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 font: Montserrat</dc:title>
  <dc:subject/>
  <dc:creator>DXG G0-1 corpus generator</dc:creator>
  <cp:keywords/>
  <dc:description>generated using python-pptx</dc:description>
  <cp:lastModifiedBy>DXG G0-1 corpus generator</cp:lastModifiedBy>
  <cp:revision>1</cp:revision>
  <dcterms:created xsi:type="dcterms:W3CDTF">2026-01-01T00:00:00Z</dcterms:created>
  <dcterms:modified xsi:type="dcterms:W3CDTF">2026-01-01T00:00:00Z</dcterms:modified>
  <cp:category/>
  <cp:lastPrinted>2026-01-01T00:00:00Z</cp:lastPrinted>
</cp:coreProperties>
</file>