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linked-data.xlsx" TargetMode="External"/><Relationship Id="rId3" Type="http://schemas.openxmlformats.org/officeDocument/2006/relationships/image" Target="../media/image1.wmf"/><Relationship Id="rId4" Type="http://schemas.openxmlformats.org/officeDocument/2006/relationships/image" Target="linked-image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Linked OLE worksheet + linked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external-linked-ole-and-picture.pptx</a:t>
            </a:r>
          </a:p>
        </p:txBody>
      </p:sp>
      <p:graphicFrame>
        <p:nvGraphicFramePr>
          <p:cNvPr id="5" name="Object 4"/>
          <p:cNvGraphicFramePr>
            <a:graphicFrameLocks noGrp="1"/>
          </p:cNvGraphicFramePr>
          <p:nvPr/>
        </p:nvGraphicFramePr>
        <p:xfrm>
          <a:off x="731520" y="1828800"/>
          <a:ext cx="2743200" cy="1828800"/>
        </p:xfrm>
        <a:graphic>
          <a:graphicData uri="http://schemas.openxmlformats.org/presentationml/2006/ole">
            <p:oleObj showAsIcon="1" r:id="rId2" imgW="965200" imgH="6096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31520" y="18288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6" name="Picture 5" descr="linked-image.png"/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41148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OLE and picture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