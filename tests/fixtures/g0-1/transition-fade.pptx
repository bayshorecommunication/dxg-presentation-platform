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Fade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Every slide fades in (medium)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transition-fade.pptx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Fade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Every slide fades in (medium)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transition-fade.pptx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Fade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Every slide fades in (medium)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transition-fade.pptx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Fade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Every slide fades in (medium)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transition-fade.pptx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Fade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Every slide fades in (medium)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transition-fade.pptx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Fade transitions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