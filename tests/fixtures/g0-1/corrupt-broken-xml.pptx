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9: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10: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2.xml><?xml version="1.0" encoding="UTF-8" standalone="yes"?>
<p:sld xmlns:p="http://schemas.openxmlformats.org/presentationml/2006/main"><p:cSld><p:spTree><p:BROKEN attr="unterminated></p:spTree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6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7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8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9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10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 slides with notes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