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Hidden-slide deck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Visible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hidden-slide.pptx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Hidden-slide deck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Visible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hidden-slide.pptx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Hidden-slide deck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THIS SLIDE IS HIDDEN — must NOT appear in the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hidden-slide.pptx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Hidden-slide deck —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Visible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hidden-slide.pptx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Hidden-slide deck —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Visible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hidden-slide.pptx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slide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