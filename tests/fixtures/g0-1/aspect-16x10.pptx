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728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Aspect 16:10 (12 × 7.5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Corner markers must be fully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aspect-16x10.pptx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Aspect 16:10 (12 × 7.5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Corner markers must be fully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aspect-16x10.pptx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Aspect 16:10 (12 × 7.5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Corner markers must be fully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aspect-16x10.pptx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0" y="6400800"/>
            <a:ext cx="457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Aspect 16:10 (12 × 7.5 in)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