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1" showNarration="1">
    <p:present/>
    <p:sldAll/>
    <p:penClr>
      <a:prstClr val="red"/>
    </p:penClr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Auto-advance every 3 s, loops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No clicks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1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transition-auto-advance-loop.pptx</a:t>
            </a:r>
          </a:p>
        </p:txBody>
      </p:sp>
    </p:spTree>
  </p:cSld>
  <p:clrMapOvr>
    <a:masterClrMapping/>
  </p:clrMapOvr>
  <p:transition spd="fast" advTm="30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Auto-advance every 3 s, loops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No clicks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2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transition-auto-advance-loop.pptx</a:t>
            </a:r>
          </a:p>
        </p:txBody>
      </p:sp>
    </p:spTree>
  </p:cSld>
  <p:clrMapOvr>
    <a:masterClrMapping/>
  </p:clrMapOvr>
  <p:transition spd="fast" advTm="300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7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Auto-advance every 3 s, loops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No clicks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3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transition-auto-advance-loop.pptx</a:t>
            </a:r>
          </a:p>
        </p:txBody>
      </p:sp>
    </p:spTree>
  </p:cSld>
  <p:clrMapOvr>
    <a:masterClrMapping/>
  </p:clrMapOvr>
  <p:transition spd="fast" advTm="300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A1B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Auto-advance every 3 s, loops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No clicks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4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transition-auto-advance-loop.pptx</a:t>
            </a:r>
          </a:p>
        </p:txBody>
      </p:sp>
    </p:spTree>
  </p:cSld>
  <p:clrMapOvr>
    <a:masterClrMapping/>
  </p:clrMapOvr>
  <p:transition spd="fast" advTm="30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Auto-advance loop</dc:title>
  <dc:subject/>
  <dc:creator>DXG G0-1 corpus generator</dc:creator>
  <cp:keywords/>
  <dc:description>generated using python-pptx</dc:description>
  <cp:lastModifiedBy>DXG G0-1 corpus generator</cp:lastModifiedBy>
  <cp:revision>1</cp:revision>
  <dcterms:created xsi:type="dcterms:W3CDTF">2026-01-01T00:00:00Z</dcterms:created>
  <dcterms:modified xsi:type="dcterms:W3CDTF">2026-01-01T00:00:00Z</dcterms:modified>
  <cp:category/>
  <cp:lastPrinted>2026-01-01T00:00:00Z</cp:lastPrinted>
</cp:coreProperties>
</file>