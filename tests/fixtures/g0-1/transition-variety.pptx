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Fade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Push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Wipe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Split vertical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Cover 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Dissolve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Zoom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zoom dir="in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Wheel 4 spokes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wheel spokes="4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Transition: Cut through black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transition-variety.pptx</a:t>
            </a:r>
          </a:p>
        </p:txBody>
      </p:sp>
    </p:spTree>
  </p:cSld>
  <p:clrMapOvr>
    <a:masterClrMapping/>
  </p:clrMapOvr>
  <p:transition spd="slow">
    <p:cut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variety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