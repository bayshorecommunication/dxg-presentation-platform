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ov"/><Relationship Id="rId3" Type="http://schemas.openxmlformats.org/officeDocument/2006/relationships/video" Target="../media/media1.mo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Embedded video: PRORES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video-embedded-prores.pptx</a:t>
            </a:r>
          </a:p>
        </p:txBody>
      </p:sp>
      <p:pic>
        <p:nvPicPr>
          <p:cNvPr id="5" name="clip-prores.mov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242255" y="164592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video-embedded-prores.pptx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