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hyperlink" Target="mailto:test@example.com" TargetMode="External"/><Relationship Id="rId4" Type="http://schemas.openxmlformats.org/officeDocument/2006/relationships/hyperlink" Target="https://example.org/" TargetMode="External"/><Relationship Id="rId5" Type="http://schemas.openxmlformats.org/officeDocument/2006/relationships/hyperlink" Target="file:///C:/DXG/missing-handout.doc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notepad.exe" TargetMode="External"/><Relationship Id="rId3" Type="http://schemas.openxmlformats.org/officeDocument/2006/relationships/hyperlink" Target="https://example.net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External hyperlinks (click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external-hyperlinks.pptx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hlinkClick r:id="rId2"/>
              </a:rPr>
              <a:t>Web link: https://example.com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hlinkClick r:id="rId3"/>
              </a:rPr>
              <a:t>Mail link: mailto:test@example.com</a:t>
            </a:r>
          </a:p>
        </p:txBody>
      </p:sp>
      <p:sp>
        <p:nvSpPr>
          <p:cNvPr id="7" name="Rounded Rectangle 6">
            <a:hlinkClick r:id="rId4"/>
          </p:cNvPr>
          <p:cNvSpPr/>
          <p:nvPr/>
        </p:nvSpPr>
        <p:spPr>
          <a:xfrm>
            <a:off x="731520" y="3657600"/>
            <a:ext cx="54864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Shape click → https://example.org</a:t>
            </a:r>
          </a:p>
        </p:txBody>
      </p:sp>
      <p:sp>
        <p:nvSpPr>
          <p:cNvPr id="8" name="Rounded Rectangle 7">
            <a:hlinkClick r:id="rId5"/>
          </p:cNvPr>
          <p:cNvSpPr/>
          <p:nvPr/>
        </p:nvSpPr>
        <p:spPr>
          <a:xfrm>
            <a:off x="731520" y="4846320"/>
            <a:ext cx="5486400" cy="914400"/>
          </a:xfrm>
          <a:prstGeom prst="round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Shape click → local file (missing)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Action: Run program (notepad.exe)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external-hyperlinks.pptx</a:t>
            </a:r>
          </a:p>
        </p:txBody>
      </p:sp>
      <p:sp>
        <p:nvSpPr>
          <p:cNvPr id="5" name="Rounded Rectangle 4">
            <a:hlinkClick r:id="rId2" action="ppaction://program"/>
          </p:cNvPr>
          <p:cNvSpPr/>
          <p:nvPr/>
        </p:nvSpPr>
        <p:spPr>
          <a:xfrm>
            <a:off x="731520" y="2286000"/>
            <a:ext cx="6400800" cy="109728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= Run program notepad.exe</a:t>
            </a:r>
          </a:p>
        </p:txBody>
      </p:sp>
      <p:sp>
        <p:nvSpPr>
          <p:cNvPr id="6" name="Rounded Rectangle 5">
            <a:hlinkHover r:id="rId3"/>
          </p:cNvPr>
          <p:cNvSpPr/>
          <p:nvPr/>
        </p:nvSpPr>
        <p:spPr>
          <a:xfrm>
            <a:off x="731520" y="3840480"/>
            <a:ext cx="6400800" cy="1097280"/>
          </a:xfrm>
          <a:prstGeom prst="roundRect">
            <a:avLst/>
          </a:prstGeom>
          <a:solidFill>
            <a:srgbClr val="B39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Mouse-over → https://example.net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hyperlinks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