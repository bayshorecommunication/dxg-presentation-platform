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linked-clip-h264.mp4" TargetMode="External"/><Relationship Id="rId3" Type="http://schemas.openxmlformats.org/officeDocument/2006/relationships/video" Target="linked-clip-h264.mp4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Linked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video-linked-relative.pptx</a:t>
            </a:r>
          </a:p>
        </p:txBody>
      </p:sp>
      <p:pic>
        <p:nvPicPr>
          <p:cNvPr id="5" name="clip-h26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242255" y="1645920"/>
            <a:ext cx="5852160" cy="329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video-linked-relative.pptx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