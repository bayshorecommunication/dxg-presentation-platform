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16:9 (13.333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aspect-16x9.pptx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4495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4495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16:9 (13.333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aspect-16x9.pptx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4495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4495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16:9 (13.333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aspect-16x9.pptx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4495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4495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Aspect 16:9 (13.333 × 7.5 in)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