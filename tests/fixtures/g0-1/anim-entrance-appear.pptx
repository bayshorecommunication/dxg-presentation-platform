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Entrance: Appear (on click)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anim-entrance-appear.pptx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14800" cy="9144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Click 1 — appears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4114800" cy="9144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Click 2 — appears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4114800" cy="9144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Click 3 — appears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Entrance: Appear (on click)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anim-entrance-appear.pptx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14800" cy="9144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Click 1 — appears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4114800" cy="9144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Click 2 — appears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4114800" cy="9144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Click 3 — appears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Appear animations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