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4:3 (10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aspect-4x3.pptx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4:3 (10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aspect-4x3.pptx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4:3 (10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aspect-4x3.pptx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Aspect 4:3 (10 × 7.5 in)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