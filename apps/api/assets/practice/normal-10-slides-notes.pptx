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3: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4: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5: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6: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7: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8: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9: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10: presenter view must show this text on the presenter monitor and never on the audience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2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3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1B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4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51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5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6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7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D14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8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9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Ten slides with notes —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3512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Generated content slide 10 of 10.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one</a:t>
            </a:r>
          </a:p>
          <a:p>
            <a:pPr algn="l"/>
            <a:r>
              <a:rPr sz="2400" b="0">
                <a:solidFill>
                  <a:srgbClr val="FFFFFF"/>
                </a:solidFill>
              </a:rPr>
              <a:t>• Point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82735" y="48463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FFFF"/>
                </a:solidFill>
              </a:rPr>
              <a:t>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126480"/>
            <a:ext cx="8351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DDDD"/>
                </a:solidFill>
              </a:rPr>
              <a:t>normal-10-slides-notes.pptx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 slides with notes</dc:title>
  <dc:subject/>
  <dc:creator>DXG G0-1 corpus generator</dc:creator>
  <cp:keywords/>
  <dc:description>generated using python-pptx</dc:description>
  <cp:lastModifiedBy>DXG G0-1 corpus generator</cp:lastModifiedBy>
  <cp:revision>1</cp:revision>
  <dcterms:created xsi:type="dcterms:W3CDTF">2026-01-01T00:00:00Z</dcterms:created>
  <dcterms:modified xsi:type="dcterms:W3CDTF">2026-01-01T00:00:00Z</dcterms:modified>
  <cp:category/>
  <cp:lastPrinted>2026-01-01T00:00:00Z</cp:lastPrinted>
</cp:coreProperties>
</file>