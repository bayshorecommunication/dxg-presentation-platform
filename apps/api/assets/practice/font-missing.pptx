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XG Missing Font Regular"/>
              </a:rPr>
              <a:t>Missing font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DXG Missing Font Regular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font-missing.pptx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XG Missing Font Regular"/>
              </a:rPr>
              <a:t>Missing font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DXG Missing Font Regular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font-missing.pptx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XG Missing Font Regular"/>
              </a:rPr>
              <a:t>Missing font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DXG Missing Font Regular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DXG Missing Font Regular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font-missing.pptx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Missing font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